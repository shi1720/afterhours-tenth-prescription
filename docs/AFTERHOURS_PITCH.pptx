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ae8a40143048bc" /><Relationship Type="http://schemas.openxmlformats.org/officeDocument/2006/relationships/extended-properties" Target="/docProps/app.xml" Id="Re2c7a61d89b04270" /><Relationship Type="http://schemas.openxmlformats.org/officeDocument/2006/relationships/officeDocument" Target="/ppt/presentation.xml" Id="R749e0f76b6ea41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ddd4ab06b4a3e"/>
  </p:sldMasterIdLst>
  <p:notesMasterIdLst>
    <p:notesMasterId xmlns:r="http://schemas.openxmlformats.org/officeDocument/2006/relationships" r:id="Raadb237633114d9b"/>
  </p:notesMasterIdLst>
  <p:sldIdLst>
    <p:sldId xmlns:r="http://schemas.openxmlformats.org/officeDocument/2006/relationships" id="256" r:id="Rbcc9acf5df9c447b"/>
    <p:sldId xmlns:r="http://schemas.openxmlformats.org/officeDocument/2006/relationships" id="257" r:id="Ra409e1053bac4728"/>
    <p:sldId xmlns:r="http://schemas.openxmlformats.org/officeDocument/2006/relationships" id="258" r:id="R00f6e7bda3dd41b4"/>
    <p:sldId xmlns:r="http://schemas.openxmlformats.org/officeDocument/2006/relationships" id="259" r:id="Refa9db9e4ea84734"/>
    <p:sldId xmlns:r="http://schemas.openxmlformats.org/officeDocument/2006/relationships" id="260" r:id="R30174cda334346df"/>
    <p:sldId xmlns:r="http://schemas.openxmlformats.org/officeDocument/2006/relationships" id="261" r:id="R83c17666b2d14d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3b27a8c084830" /><Relationship Type="http://schemas.openxmlformats.org/officeDocument/2006/relationships/slideMaster" Target="/ppt/slideMasters/slideMaster1.xml" Id="R418ddd4ab06b4a3e" /><Relationship Type="http://schemas.openxmlformats.org/officeDocument/2006/relationships/notesMaster" Target="/ppt/notesMasters/notesMaster1.xml" Id="Raadb237633114d9b" /><Relationship Type="http://schemas.openxmlformats.org/officeDocument/2006/relationships/presProps" Target="/ppt/presProps.xml" Id="R3fc0110a47ff48a8" /><Relationship Type="http://schemas.openxmlformats.org/officeDocument/2006/relationships/tableStyles" Target="/ppt/tableStyles.xml" Id="R846577bfbbe44347" /><Relationship Type="http://schemas.openxmlformats.org/officeDocument/2006/relationships/slide" Target="/ppt/slides/slide1.xml" Id="Rbcc9acf5df9c447b" /><Relationship Type="http://schemas.openxmlformats.org/officeDocument/2006/relationships/slide" Target="/ppt/slides/slide2.xml" Id="Ra409e1053bac4728" /><Relationship Type="http://schemas.openxmlformats.org/officeDocument/2006/relationships/slide" Target="/ppt/slides/slide3.xml" Id="R00f6e7bda3dd41b4" /><Relationship Type="http://schemas.openxmlformats.org/officeDocument/2006/relationships/slide" Target="/ppt/slides/slide4.xml" Id="Refa9db9e4ea84734" /><Relationship Type="http://schemas.openxmlformats.org/officeDocument/2006/relationships/slide" Target="/ppt/slides/slide5.xml" Id="R30174cda334346df" /><Relationship Type="http://schemas.openxmlformats.org/officeDocument/2006/relationships/slide" Target="/ppt/slides/slide6.xml" Id="R83c17666b2d14d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cf14101e72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ee80f8a0294a6d" /><Relationship Type="http://schemas.openxmlformats.org/officeDocument/2006/relationships/notesMaster" Target="/ppt/notesMasters/notesMaster1.xml" Id="R03c79609c57d42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c1550ce9d24258" /><Relationship Type="http://schemas.openxmlformats.org/officeDocument/2006/relationships/notesMaster" Target="/ppt/notesMasters/notesMaster1.xml" Id="Rc30a14430d37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0c2861e9374821" /><Relationship Type="http://schemas.openxmlformats.org/officeDocument/2006/relationships/notesMaster" Target="/ppt/notesMasters/notesMaster1.xml" Id="R992723527363492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328475c9cc48a0" /><Relationship Type="http://schemas.openxmlformats.org/officeDocument/2006/relationships/notesMaster" Target="/ppt/notesMasters/notesMaster1.xml" Id="Rf3a8bd6b172e4c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c07ab07673492b" /><Relationship Type="http://schemas.openxmlformats.org/officeDocument/2006/relationships/notesMaster" Target="/ppt/notesMasters/notesMaster1.xml" Id="R9d5e6825735f40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8fe9a60f442f6" /><Relationship Type="http://schemas.openxmlformats.org/officeDocument/2006/relationships/notesMaster" Target="/ppt/notesMasters/notesMaster1.xml" Id="Re732883871f5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docs/SUBMISSION.md. Original game title illustration. The pharmacy closed ten years ago. Tonight its lights return.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docs/TEST_REPORT.md. E collects revealed records. Charging restores energy and some resolve but attracts enemies. The same finite resource advances the objective and creates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scripts/levels.gd, README.md and docs/TEST_REPORT.md. All ten routes have connected geometry and completed in active-enemy simulation. The screenshot sheet shows the actual ten authored ward layouts.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docs/TEST_REPORT.md. Profiles identify a local save. They are not online accounts. No email, password or cloud sync. Mobile and controller input are outside this release.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docs/COMMERCIAL_STRATEGY.md. This business model and price range are unvalidated hypotheses. No demand, retention, sales, market-size or willingness-to-pay evidence is claimed. Hosting, development, localization and marketing still have costs.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docs/TEST_REPORT.md and README.md. Native headless assertions do not establish browser compatibility, OS keyboard focus, audio behavior, human enjoyment or commercial demand. Live URL supplied by project creator: https://shi1720.github.io/afterhours-tenth-prescription/ . Repository: https://github.com/shi1720/afterhours-tenth-prescription . Apply the organizer’s exact AI disclosure requirements.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85ce4c42349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2ea943d114e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726602f73944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9ed8df8ea41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2f36369a8e46f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61abaef335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3A8984-8DDB-4E02-8EA9-7FCAADB3A4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D0A607F-25E6-4240-9A12-7E719784E6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044B33-5992-4290-94AB-52186B54E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A6E0F9-02CA-4FF6-B201-55059FCE6B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1217477-F797-4CAB-8BDD-6C192BC313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7F39D9-E14C-4E38-880C-4CECC2FC12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FD342F-2465-42BF-A884-9058F34766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7397459-2D80-4FBF-825C-AC74FB7EE4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2258A4-F76D-4C06-9832-FF872D2BCD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FD53DC7-EBA4-400B-8742-A4E53E0258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044b2331df4733" /><Relationship Type="http://schemas.openxmlformats.org/officeDocument/2006/relationships/slideLayout" Target="/ppt/slideLayouts/slideLayout1.xml" Id="Re41cd29ce3674213" /><Relationship Type="http://schemas.openxmlformats.org/officeDocument/2006/relationships/slideLayout" Target="/ppt/slideLayouts/slideLayout2.xml" Id="R818a566225824ac4" /><Relationship Type="http://schemas.openxmlformats.org/officeDocument/2006/relationships/slideLayout" Target="/ppt/slideLayouts/slideLayout3.xml" Id="Ra41a5a6762d444bf" /><Relationship Type="http://schemas.openxmlformats.org/officeDocument/2006/relationships/slideLayout" Target="/ppt/slideLayouts/slideLayout4.xml" Id="Rff2e9285d1554929" /><Relationship Type="http://schemas.openxmlformats.org/officeDocument/2006/relationships/slideLayout" Target="/ppt/slideLayouts/slideLayout5.xml" Id="R07100ff436b64052" /><Relationship Type="http://schemas.openxmlformats.org/officeDocument/2006/relationships/slideLayout" Target="/ppt/slideLayouts/slideLayout6.xml" Id="Rdf6aaf2b0bad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1cd29ce3674213"/>
    <p:sldLayoutId xmlns:r="http://schemas.openxmlformats.org/officeDocument/2006/relationships" id="2147483650" r:id="R818a566225824ac4"/>
    <p:sldLayoutId xmlns:r="http://schemas.openxmlformats.org/officeDocument/2006/relationships" id="2147483651" r:id="Ra41a5a6762d444bf"/>
    <p:sldLayoutId xmlns:r="http://schemas.openxmlformats.org/officeDocument/2006/relationships" id="2147483652" r:id="Rff2e9285d1554929"/>
    <p:sldLayoutId xmlns:r="http://schemas.openxmlformats.org/officeDocument/2006/relationships" id="2147483653" r:id="R07100ff436b64052"/>
    <p:sldLayoutId xmlns:r="http://schemas.openxmlformats.org/officeDocument/2006/relationships" id="2147483654" r:id="Rdf6aaf2b0bad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89271c7d1948e2" /><Relationship Type="http://schemas.openxmlformats.org/officeDocument/2006/relationships/image" Target="/ppt/media/image.png" Id="R2404bda2ca7c4cdc" /><Relationship Type="http://schemas.openxmlformats.org/officeDocument/2006/relationships/notesSlide" Target="/ppt/notesSlides/notesSlide1.xml" Id="R10abb65307fc4a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7ad7a2f63e4741" /><Relationship Type="http://schemas.openxmlformats.org/officeDocument/2006/relationships/image" Target="/ppt/media/image2.png" Id="Rf94666c164cc4cdc" /><Relationship Type="http://schemas.openxmlformats.org/officeDocument/2006/relationships/notesSlide" Target="/ppt/notesSlides/notesSlide2.xml" Id="Rdd215ed22551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b6984e15f409e" /><Relationship Type="http://schemas.openxmlformats.org/officeDocument/2006/relationships/image" Target="/ppt/media/image3.png" Id="R2565b9a8cda44015" /><Relationship Type="http://schemas.openxmlformats.org/officeDocument/2006/relationships/notesSlide" Target="/ppt/notesSlides/notesSlide3.xml" Id="Red30bf16eb6242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6f5b8b9bb7430f" /><Relationship Type="http://schemas.openxmlformats.org/officeDocument/2006/relationships/image" Target="/ppt/media/image4.png" Id="R4bc21fe2e0224520" /><Relationship Type="http://schemas.openxmlformats.org/officeDocument/2006/relationships/notesSlide" Target="/ppt/notesSlides/notesSlide4.xml" Id="R319f08b350aa4cf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496c7e069e458d" /><Relationship Type="http://schemas.openxmlformats.org/officeDocument/2006/relationships/notesSlide" Target="/ppt/notesSlides/notesSlide5.xml" Id="R4916c23b00c544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8bb56243e24a75" /><Relationship Type="http://schemas.openxmlformats.org/officeDocument/2006/relationships/notesSlide" Target="/ppt/notesSlides/notesSlide6.xml" Id="R82c174e4407749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85410D-F676-400F-BB69-14CA0931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01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AA480-4115-4B51-BDC9-9C86E741E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4bda2ca7c4cdc"/>
          <a:stretch xmlns:a="http://schemas.openxmlformats.org/drawingml/2006/main"/>
        </p:blipFill>
        <p:spPr>
          <a:xfrm xmlns:a="http://schemas.openxmlformats.org/drawingml/2006/main">
            <a:off x="5715000" y="1143000"/>
            <a:ext cx="6096000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0ED3D-04F8-40DD-A557-A694C99D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33475"/>
            <a:ext cx="5286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AFTER</a:t>
            </a:r>
          </a:p>
          <a:p xmlns:a="http://schemas.openxmlformats.org/drawingml/2006/main">
            <a:pPr>
              <a:defRPr sz="615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HOURS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A2C71-549C-46E9-8F89-2B2681BA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3337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THE TENTH PRESCRIPTION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101539-18B0-4CD6-A207-8DAACF1F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114800"/>
            <a:ext cx="523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Ten wards.</a:t>
            </a:r>
          </a:p>
          <a:p xmlns:a="http://schemas.openxmlformats.org/drawingml/2006/main">
            <a:pPr>
              <a:defRPr sz="23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Three records in each.</a:t>
            </a:r>
          </a:p>
          <a:p xmlns:a="http://schemas.openxmlformats.org/drawingml/2006/main">
            <a:pPr>
              <a:defRPr sz="23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One light left 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3BD33C-7ECB-449E-9AFA-D6C8BD8C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 pixel horror game by Shivam Gupta</a:t>
            </a:r>
          </a:p>
        </p:txBody>
      </p:sp>
    </p:spTree>
    <p:extLst>
      <p:ext uri="{BB962C8B-B14F-4D97-AF65-F5344CB8AC3E}">
        <p14:creationId xmlns:p14="http://schemas.microsoft.com/office/powerpoint/2010/main" val="16840775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34DA7-DCE7-4637-8A6C-B160ABFC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6A8DB-D5D9-43CA-9A69-B02A1CA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One pulse serves two purposes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342E0-C315-407B-B653-6FF95FE244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666c164cc4cdc"/>
          <a:stretch xmlns:a="http://schemas.openxmlformats.org/drawingml/2006/main"/>
        </p:blipFill>
        <p:spPr>
          <a:xfrm xmlns:a="http://schemas.openxmlformats.org/drawingml/2006/main">
            <a:off x="4095750" y="19240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D1CB5-71CE-4AE1-81C7-60B03CB8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9775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D9C5"/>
                </a:solidFill>
                <a:latin typeface="Arial"/>
                <a:ea typeface="Arial"/>
                <a:cs typeface="Arial"/>
              </a:rPr>
              <a:t>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B1AE0-CBAD-4E32-8422-477168AF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527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Reveal a sealed name.</a:t>
            </a:r>
          </a:p>
          <a:p xmlns:a="http://schemas.openxmlformats.org/drawingml/2006/main">
            <a:pPr>
              <a:defRPr sz="217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Stun nearby shadows.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47A2E-4CC3-47C4-9A3D-4B3818C8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386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2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26F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26F73"/>
                </a:solidFill>
                <a:latin typeface="Arial"/>
                <a:ea typeface="Arial"/>
                <a:cs typeface="Arial"/>
              </a:rPr>
              <a:t>18 charge buys</a:t>
            </a:r>
          </a:p>
          <a:p xmlns:a="http://schemas.openxmlformats.org/drawingml/2006/main">
            <a:pPr>
              <a:defRPr sz="2025" b="0">
                <a:solidFill>
                  <a:srgbClr val="E26F7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26F73"/>
                </a:solidFill>
                <a:latin typeface="Arial"/>
                <a:ea typeface="Arial"/>
                <a:cs typeface="Arial"/>
              </a:rPr>
              <a:t>4.5 seconds of safety.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8AD56-9962-481B-B657-0961E601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721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Recover all three records.</a:t>
            </a:r>
          </a:p>
          <a:p xmlns:a="http://schemas.openxmlformats.org/drawingml/2006/main">
            <a:pPr>
              <a:defRPr sz="180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Return to the hatch.</a:t>
            </a:r>
          </a:p>
        </p:txBody>
      </p:sp>
    </p:spTree>
    <p:extLst>
      <p:ext uri="{BB962C8B-B14F-4D97-AF65-F5344CB8AC3E}">
        <p14:creationId xmlns:p14="http://schemas.microsoft.com/office/powerpoint/2010/main" val="7825445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4EFEDB-5F11-4BA4-9B29-4EE4D8D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0EC0D-9F4C-459A-90B3-16012B4A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Ten wards change the route and risk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21EA0-C8C3-4592-AC83-839F3CF2D8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65b9a8cda44015"/>
          <a:stretch xmlns:a="http://schemas.openxmlformats.org/drawingml/2006/main"/>
        </p:blipFill>
        <p:spPr>
          <a:xfrm xmlns:a="http://schemas.openxmlformats.org/drawingml/2006/main">
            <a:off x="8553450" y="1565823"/>
            <a:ext cx="2981325" cy="5059854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E4482-D699-4A9C-84CE-1C82D4BF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95475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1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A8D9C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D27D7-3283-4AD2-8326-EF3A0F78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7657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authored layouts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8B5FE-E6A2-40DA-B461-E68E7474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19525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30 fictional names</a:t>
            </a:r>
          </a:p>
          <a:p xmlns:a="http://schemas.openxmlformats.org/drawingml/2006/main">
            <a:pPr>
              <a:defRPr sz="25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2 final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786523-B2EF-472F-92D6-D12C032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9112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Blackouts restrict sight. Alarms draw pursuit.</a:t>
            </a:r>
          </a:p>
          <a:p xmlns:a="http://schemas.openxmlformats.org/drawingml/2006/main">
            <a:pPr>
              <a:defRPr sz="195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Residue blocks easy crossings. Later wards</a:t>
            </a:r>
          </a:p>
          <a:p xmlns:a="http://schemas.openxmlformats.org/drawingml/2006/main">
            <a:pPr>
              <a:defRPr sz="1950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combine hazards and multiple shadows.</a:t>
            </a:r>
          </a:p>
        </p:txBody>
      </p:sp>
    </p:spTree>
    <p:extLst>
      <p:ext uri="{BB962C8B-B14F-4D97-AF65-F5344CB8AC3E}">
        <p14:creationId xmlns:p14="http://schemas.microsoft.com/office/powerpoint/2010/main" val="4312557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20F29F-16A5-4F25-A6D5-55156A34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FC95B0-5FAA-4D70-8B2D-E6CA1269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A complete experience in two languages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414C9-5E7F-4E57-AC53-235483307C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c21fe2e0224520"/>
          <a:stretch xmlns:a="http://schemas.openxmlformats.org/drawingml/2006/main"/>
        </p:blipFill>
        <p:spPr>
          <a:xfrm xmlns:a="http://schemas.openxmlformats.org/drawingml/2006/main">
            <a:off x="4516967" y="1981200"/>
            <a:ext cx="7196667" cy="4048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925EF-8C64-4E46-A363-64FC3780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D9C5"/>
                </a:solidFill>
                <a:latin typeface="Arial"/>
                <a:ea typeface="Arial"/>
                <a:cs typeface="Arial"/>
              </a:rPr>
              <a:t>English and Korean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5C162C-013D-41E6-8FFF-EBA5252C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14675"/>
            <a:ext cx="38576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Six-page first-launch guide</a:t>
            </a:r>
          </a:p>
          <a:p xmlns:a="http://schemas.openxmlformats.org/drawingml/2006/main">
            <a:pPr>
              <a:defRPr sz="19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Three-ward demo</a:t>
            </a:r>
          </a:p>
          <a:p xmlns:a="http://schemas.openxmlformats.org/drawingml/2006/main">
            <a:pPr>
              <a:defRPr sz="195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Local profile and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A0BD9-FB8C-4393-AB20-E3CBB37B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76825"/>
            <a:ext cx="385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Gentle mode, high visibility</a:t>
            </a:r>
          </a:p>
          <a:p xmlns:a="http://schemas.openxmlformats.org/drawingml/2006/main">
            <a: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and animation controls</a:t>
            </a:r>
          </a:p>
        </p:txBody>
      </p:sp>
    </p:spTree>
    <p:extLst>
      <p:ext uri="{BB962C8B-B14F-4D97-AF65-F5344CB8AC3E}">
        <p14:creationId xmlns:p14="http://schemas.microsoft.com/office/powerpoint/2010/main" val="1794635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1F118-9A4B-4A8B-825F-FB3779813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CA2C2-7E40-427F-8060-E78C0DB3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A compact premium game is the hypothesis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50C95-7FFD-4D40-B6C7-F87F41335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62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A8D9C5"/>
                </a:solidFill>
                <a:latin typeface="Arial"/>
                <a:ea typeface="Arial"/>
                <a:cs typeface="Arial"/>
              </a:rPr>
              <a:t>FREE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B6F0-6E00-408D-B20C-A47C46A5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76500"/>
            <a:ext cx="5334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The complete jam campaign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12692-AD8A-4C87-9CC4-9E3B3085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5242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All ten wards, plus a separate demo.</a:t>
            </a:r>
          </a:p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Static web delivery and Godot source.</a:t>
            </a:r>
          </a:p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No paid inference service during play.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A53983-FCA4-4BB8-913A-C701F926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62150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26F73"/>
                </a:solidFill>
                <a:latin typeface="Arial"/>
                <a:ea typeface="Arial"/>
                <a:cs typeface="Arial"/>
              </a:rPr>
              <a:t>POSSIBLE EXPANDED EDITION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86479-E3DF-4C63-8252-4EB5E4B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5143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US$4.99–7.99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61FE1-96EA-4F5B-91F5-DFBCC65E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24250"/>
            <a:ext cx="5143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 tentative price to test.</a:t>
            </a:r>
          </a:p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New chapters and richer animation.</a:t>
            </a:r>
          </a:p>
          <a:p xmlns:a="http://schemas.openxmlformats.org/drawingml/2006/main">
            <a:pPr>
              <a:defRPr sz="20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 free browser prologue.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6E01C-F51B-434F-8730-3F780AA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43550"/>
            <a:ext cx="112204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Next evidence: observe at least ten new players across both languages.</a:t>
            </a:r>
          </a:p>
          <a:p xmlns:a="http://schemas.openxmlformats.org/drawingml/2006/main">
            <a:pPr>
              <a:defRPr sz="18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Measure comprehension and voluntary continuation before pricing research.</a:t>
            </a:r>
          </a:p>
        </p:txBody>
      </p:sp>
    </p:spTree>
    <p:extLst>
      <p:ext uri="{BB962C8B-B14F-4D97-AF65-F5344CB8AC3E}">
        <p14:creationId xmlns:p14="http://schemas.microsoft.com/office/powerpoint/2010/main" val="11381952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E1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16D81-F28F-4067-A63B-B471BAD5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8D9C5"/>
                </a:solidFill>
                <a:latin typeface="Arial"/>
                <a:ea typeface="Arial"/>
                <a:cs typeface="Arial"/>
              </a:rPr>
              <a:t>AFTERHOURS  / 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C2E33-927A-4088-811A-D90DFD07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19150"/>
            <a:ext cx="1114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E0EDE0"/>
                </a:solidFill>
                <a:latin typeface="Arial"/>
                <a:ea typeface="Arial"/>
                <a:cs typeface="Arial"/>
              </a:rPr>
              <a:t>A playable release candidate with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26E0F-E9D7-4508-AB12-A15EB372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0"/>
            <a:ext cx="552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8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800" b="1">
                <a:solidFill>
                  <a:srgbClr val="A8D9C5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A8D9C5"/>
                </a:solidFill>
                <a:latin typeface="Arial"/>
                <a:ea typeface="Arial"/>
                <a:cs typeface="Arial"/>
              </a:rPr>
              <a:t>4,945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80229D-38E4-4A79-80D3-2D49B9304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05175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assertions passed</a:t>
            </a:r>
          </a:p>
          <a:p xmlns:a="http://schemas.openxmlformats.org/drawingml/2006/main">
            <a:pPr>
              <a:defRPr sz="2700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0 failures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AD45B-7165-4E88-9A88-852E8A176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619625"/>
            <a:ext cx="5238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Godot 4.5 native headless QA</a:t>
            </a:r>
          </a:p>
          <a:p xmlns:a="http://schemas.openxmlformats.org/drawingml/2006/main">
            <a: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Ten active-enemy completion routes</a:t>
            </a:r>
          </a:p>
          <a:p xmlns:a="http://schemas.openxmlformats.org/drawingml/2006/main">
            <a:pPr>
              <a:defRPr sz="187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Persistence and bilingual UI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18E2F-723A-4362-A200-2E467C7B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26F73"/>
                </a:solidFill>
                <a:latin typeface="Arial"/>
                <a:ea typeface="Arial"/>
                <a:cs typeface="Arial"/>
              </a:rPr>
              <a:t>PLAY THE WEB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1CB04C-7386-471C-AD16-3CE25DB75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574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shi1720.github.io/</a:t>
            </a:r>
          </a:p>
          <a:p xmlns:a="http://schemas.openxmlformats.org/drawingml/2006/main">
            <a: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afterhours-tenth-prescription/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BB5BF7-6EB2-455E-B222-B93F72FB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509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E26F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26F73"/>
                </a:solidFill>
                <a:latin typeface="Arial"/>
                <a:ea typeface="Arial"/>
                <a:cs typeface="Arial"/>
              </a:rPr>
              <a:t>SOURCE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352C7-732C-44A9-93A8-E13277AD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24350"/>
            <a:ext cx="5095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github.com/shi1720/</a:t>
            </a:r>
          </a:p>
          <a:p xmlns:a="http://schemas.openxmlformats.org/drawingml/2006/main">
            <a:pPr>
              <a:defRPr sz="20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afterhours-tenth-prescription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F7F16-9D0D-4C8C-8B08-CBF3FD8A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72200"/>
            <a:ext cx="1109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E0EDE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E0EDE0"/>
                </a:solidFill>
                <a:latin typeface="Arial"/>
                <a:ea typeface="Arial"/>
                <a:cs typeface="Arial"/>
              </a:rPr>
              <a:t>Creator and product direction: Shivam Gupta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C4D1B6-3D2B-48F5-81FE-1E644DBB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96050"/>
            <a:ext cx="1109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96AEB2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6AEB2"/>
                </a:solidFill>
                <a:latin typeface="Arial"/>
                <a:ea typeface="Arial"/>
                <a:cs typeface="Arial"/>
              </a:rPr>
              <a:t>AI-assisted code, writing, original procedural art and synthesized audio</a:t>
            </a:r>
          </a:p>
        </p:txBody>
      </p:sp>
    </p:spTree>
    <p:extLst>
      <p:ext uri="{BB962C8B-B14F-4D97-AF65-F5344CB8AC3E}">
        <p14:creationId xmlns:p14="http://schemas.microsoft.com/office/powerpoint/2010/main" val="2602737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2026-10-09T03:32:46.8660000Z</dcterms:created>
  <dcterms:modified xsi:type="dcterms:W3CDTF">2026-10-09T03:32:46.8660000Z</dcterms:modified>
</coreProperties>
</file>